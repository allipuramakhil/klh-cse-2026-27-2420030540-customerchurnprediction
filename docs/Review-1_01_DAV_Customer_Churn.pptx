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600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4" name="Shape 2"/>
          <p:cNvSpPr/>
          <p:nvPr/>
        </p:nvSpPr>
        <p:spPr>
          <a:xfrm>
            <a:off x="-1720061" y="4828032"/>
            <a:ext cx="3840480" cy="384048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4206240"/>
            <a:ext cx="2377440" cy="2377440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AND VISUALIZATION  •  24DSB3101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Customer Churn Prediction Using Data Analytics and Classification Models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2194560" cy="27432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6052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00400" y="56052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9344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0" y="59344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12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3333D7F-3CC2-52B7-60AB-601545ADA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07409"/>
            <a:ext cx="5025905" cy="1133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49377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6217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— the loss of existing customers to competitors or discontinued engagement — is one of the most pressing challenges faced by modern businesses in telecommunications, banking, insurance, subscription services, and e-commerce. 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continuously collect large volumes of customer demographic, behavioral, service-usage, transactional, and interaction data, yet identifying which customers are likely to leave remains difficult using conventional reporting methods.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6217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analysis is largely reactive — churn is identified only after a customer has already left, by which point retention is no longer possible. 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clear need for a data-driven predictive system that analyzes customer behavior, uncovers the strongest indicators of churn, and classifies customers into churn / non-churn categories well before attrition occurs.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0" y="1280160"/>
            <a:ext cx="4206240" cy="4937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centers 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18120" y="1965960"/>
            <a:ext cx="3657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on multi-dimensional customer data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Modeling for churn prediction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from behavioral signals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for retention strategy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Customer Churn Prediction | Project Review-1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44805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S.No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Contributor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Research on Telecom Customer Churn Prediction Based on Ensemble Learning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Journal of Intelligent Information Systems (Springer), 2023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Liu, Y., Fan, J., Zhang, J. et al.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SMOTE: Synthetic Minority Over-sampling Technique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Journal of Artificial Intelligence Research, 2002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Chawla, N.V., Bowyer, K.W., Hall, L.O., Kegelmeyer, W.P.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A Comparison of Two Oversampling Techniques (SMOTE vs MTDF) for Handling Class Imbalance: A Case Study of Customer Churn Prediction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Springer, 2015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Amin, A., Rahim, F., Ali, I., Khan, C., Anwar, S.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Intelligent Data Analysis Approaches to Churn as a Business Problem: A Survey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Knowledge and Information Systems (Springer), 2017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García, D.L., Nebot, À., Vellido, A.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A Review on Machine Learning Methods for Customer Churn Prediction and Recommendations for Business Practitioners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IEEE Access, 2024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Manzoor, A., Qureshi, M.A., Kidney, E., Longo, L.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An Efficient Churn Prediction Model Using Gradient Boosting Machine and Metaheuristic Optimization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Scientific Reports, 2023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AlShourbaji, I., Helian, N., Sun, Y., Hussien, A.G., Abualigah, L., Elnaim, B.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Customer Churn Prediction | Project Review-1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38404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S.No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Contributor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Enhancing Bank Customer Churn Prediction from an Imbalanced Dataset Using Machine Learning and SMOTE-Tomek Resampling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Springer (LNNS, COCIA 2025), 2026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Berrada Chakour, O., Maizate, A., Ettaoufik, A., Aissaoui, K.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A Survey on Churn Analysis in Various Business Domains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IEEE Access, 2020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Ahn, J., Hwang, J., Kim, D., Choi, H., Kang, S.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Arithmetic Optimization with Ensemble Deep Learning SBLSTM-RNN-IGSA Model for Customer Churn Prediction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IEEE Access, 2023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Jajam, N., Challa, N.P., Prasanna, K.S.L., Deepthi, C.H.V.S.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Sequential Feature Selection in Customer Churn Prediction Based on Naive Bayes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IOP Conference Series: Materials Science and Engineering, 2020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Yulianti, Y., Saifudin, A.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11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Explainable Artificial Intelligence for Data Science on Customer Churn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IEEE 8th Intl. Conf. on Data Science and Advanced Analytics (DSAA), 2021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</a:rPr>
                        <a:t>Leung, C.K., Pazdor, A.G., Souza, J.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Customer Churn Prediction | Project Review-1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77240" cy="777240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3716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Cross-Model Benchmarking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137160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studies evaluate multiple classification models (Logistic Regression, Decision Tree, Random Forest, XGBoost, CatBoost) on the same churn dataset under identical preprocessing conditions.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777240" cy="777240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0428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30428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Exploratory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304288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EDA — covering univariate, bivariate, multivariate, and correlation analysis — is often skipped or minimally applied before model development.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36976"/>
            <a:ext cx="777240" cy="777240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3697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23697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Challenges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3236976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datasets are inherently imbalanced; many approaches rely on Accuracy alone, understating the importance of Precision, Recall, F1-Score, and ROC-AUC.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777240" cy="777240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169664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169664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Feature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4169664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attention is given to engineering features from tenure, service-usage combinations, billing behavior, and customer support interactions.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5102352"/>
            <a:ext cx="777240" cy="777240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1023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510235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Interpretable Dashboards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5102352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visualization and analytical dashboards that translate model outcomes into actionable, interpretable churn insights remain scarce.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Customer Churn Prediction | Project Review-1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440680" cy="2240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5819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perform comprehensive Data Analytics and Exploratory Data Analysis on customer data to identify patterns associated with customer churn.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440680" cy="2240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600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60920" y="15819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 Engineer Features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preprocess customer data and apply feature engineering and feature selection techniques that capture behavioral churn signals.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40680" cy="2240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0965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Classification Models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 and compare multiple classification models — Logistic Regression, Decision Tree, Random Forest, XGBoost, and CatBoost — for predicting customer churn.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440680" cy="2240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41148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60920" y="40965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Compare Models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37960" y="48463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and compare the models using Accuracy, Precision, Recall, F1-Score, ROC-AUC, and other relevant classification metrics.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Customer Churn Prediction | Project Review-1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Novelty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52578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S.No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Innovation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72"/>
                          </a:solidFill>
                        </a:rPr>
                        <a:t>Comprehensive Customer Analytics Pipeline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Integrates data preprocessing, extensive EDA, feature engineering, classification modeling, and visualization into a single unified pipeline.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72"/>
                          </a:solidFill>
                        </a:rPr>
                        <a:t>Multi-Model Classification Comparison Framework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Compares Logistic Regression, Decision Tree, Random Forest, XGBoost, CatBoost, and Support Vector Machine using identical preprocessing and evaluation criteria.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72"/>
                          </a:solidFill>
                        </a:rPr>
                        <a:t>Customer Behavior-Based Feature Engineering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Creates meaningful features from tenure, service usage, contract information, billing behavior, and customer support interactions.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72"/>
                          </a:solidFill>
                        </a:rPr>
                        <a:t>Interactive Churn Analytics Dashboard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Displays customer churn patterns, important features, model performance, and high-risk customer insights in one interface.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Customer Churn Prediction | Project Review-1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 &amp; Implementation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24912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2724912" cy="777240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237744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Understanding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3200400"/>
            <a:ext cx="23957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public churn datasets; understand demographic, service, usage, contract &amp; billing attributes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82112" y="31089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19272" y="1463040"/>
            <a:ext cx="2724912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9272" y="1463040"/>
            <a:ext cx="272491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146304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9272" y="1810512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83864" y="237744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83864" y="3200400"/>
            <a:ext cx="23957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categorical encoding, scaling, SMOTE class-imbalance handling, train-test split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44184" y="31089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81344" y="1463040"/>
            <a:ext cx="2724912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1344" y="1463040"/>
            <a:ext cx="2724912" cy="777240"/>
          </a:xfrm>
          <a:prstGeom prst="rect">
            <a:avLst/>
          </a:prstGeom>
          <a:solidFill>
            <a:srgbClr val="C77B2B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146304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1344" y="1810512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45936" y="237744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45936" y="3200400"/>
            <a:ext cx="23957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techniques: overview, quality checks, univariate/bivariate/multivariate, correlation, segmentation, churn distribution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06256" y="31089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043416" y="1463040"/>
            <a:ext cx="2724912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Shape 24"/>
          <p:cNvSpPr/>
          <p:nvPr/>
        </p:nvSpPr>
        <p:spPr>
          <a:xfrm>
            <a:off x="9043416" y="1463040"/>
            <a:ext cx="2724912" cy="77724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27" name="Text 25"/>
          <p:cNvSpPr/>
          <p:nvPr/>
        </p:nvSpPr>
        <p:spPr>
          <a:xfrm>
            <a:off x="9043416" y="146304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43416" y="1810512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08008" y="237744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208008" y="3200400"/>
            <a:ext cx="23957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groups, charge ratios, service-usage combinations, customer value indicators, payment behavior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Customer Churn Prediction | Project Review-1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 &amp; Implementation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24912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2724912" cy="777240"/>
          </a:xfrm>
          <a:prstGeom prst="rect">
            <a:avLst/>
          </a:prstGeom>
          <a:solidFill>
            <a:srgbClr val="1B7A7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237744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 Training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3200400"/>
            <a:ext cx="23957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Forest, XGBoost, CatBoost, Support Vector Machine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82112" y="31089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19272" y="1463040"/>
            <a:ext cx="2724912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9272" y="1463040"/>
            <a:ext cx="272491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146304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9272" y="1810512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83864" y="237744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83864" y="3200400"/>
            <a:ext cx="23957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ROC-AUC, Confusion Matrix — imbalance-aware evaluation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44184" y="31089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81344" y="1463040"/>
            <a:ext cx="2724912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1344" y="1463040"/>
            <a:ext cx="2724912" cy="777240"/>
          </a:xfrm>
          <a:prstGeom prst="rect">
            <a:avLst/>
          </a:prstGeom>
          <a:solidFill>
            <a:srgbClr val="C77B2B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146304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1344" y="1810512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45936" y="237744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Dashboard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45936" y="3200400"/>
            <a:ext cx="23957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distribution, heatmaps, feature importance, ROC curves, model comparison; Streamlit dashboard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06256" y="31089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043416" y="1463040"/>
            <a:ext cx="2724912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Shape 24"/>
          <p:cNvSpPr/>
          <p:nvPr/>
        </p:nvSpPr>
        <p:spPr>
          <a:xfrm>
            <a:off x="9043416" y="1463040"/>
            <a:ext cx="2724912" cy="77724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27" name="Text 25"/>
          <p:cNvSpPr/>
          <p:nvPr/>
        </p:nvSpPr>
        <p:spPr>
          <a:xfrm>
            <a:off x="9043416" y="146304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43416" y="1810512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08008" y="237744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&amp; Documentation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208008" y="3200400"/>
            <a:ext cx="23957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models; identify most effective model for customer churn prediction; document findings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Customer Churn Prediction | Project Review-1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1287</Words>
  <Application>Microsoft Office PowerPoint</Application>
  <PresentationFormat>Widescreen</PresentationFormat>
  <Paragraphs>186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Allipuram Srinivas</cp:lastModifiedBy>
  <cp:revision>2</cp:revision>
  <dcterms:created xsi:type="dcterms:W3CDTF">2026-08-17T23:18:30Z</dcterms:created>
  <dcterms:modified xsi:type="dcterms:W3CDTF">2026-08-18T14:13:06Z</dcterms:modified>
</cp:coreProperties>
</file>